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7" d="100"/>
          <a:sy n="47" d="100"/>
        </p:scale>
        <p:origin x="2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039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7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894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69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147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025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2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87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23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719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51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22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15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47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7945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94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2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A6640-249C-402D-8B96-522C05FAF9CB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2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2FC86-6B39-42BE-AF50-A0285BBC7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Notify</a:t>
            </a:r>
            <a:r>
              <a:rPr lang="hu-HU" dirty="0"/>
              <a:t> </a:t>
            </a:r>
            <a:r>
              <a:rPr lang="hu-HU" dirty="0" err="1"/>
              <a:t>Photography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6CB958D-331B-4E68-B581-89A90150B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</a:p>
        </p:txBody>
      </p:sp>
    </p:spTree>
    <p:extLst>
      <p:ext uri="{BB962C8B-B14F-4D97-AF65-F5344CB8AC3E}">
        <p14:creationId xmlns:p14="http://schemas.microsoft.com/office/powerpoint/2010/main" val="44488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106B-47A6-4F07-B8C0-D5786E71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C8A533-EB8E-4AD9-BE0C-9F35E379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feladatunk az volt, hogy készítsünk	egy hálózatot, ami redundáns, biztonságos és távolról is elérhető</a:t>
            </a:r>
          </a:p>
        </p:txBody>
      </p:sp>
    </p:spTree>
    <p:extLst>
      <p:ext uri="{BB962C8B-B14F-4D97-AF65-F5344CB8AC3E}">
        <p14:creationId xmlns:p14="http://schemas.microsoft.com/office/powerpoint/2010/main" val="107426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6A251-EC7C-4A92-9C77-57A4FB16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8627"/>
            <a:ext cx="10353761" cy="1326321"/>
          </a:xfrm>
        </p:spPr>
        <p:txBody>
          <a:bodyPr/>
          <a:lstStyle/>
          <a:p>
            <a:r>
              <a:rPr lang="hu-HU" dirty="0"/>
              <a:t>2. Felépítés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6FFC17D8-EDC8-40C5-9BA0-CABACCA512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950" y="2774922"/>
            <a:ext cx="3815345" cy="30643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C09F1C3-0777-436A-BA81-1110EB1DBC95}"/>
              </a:ext>
            </a:extLst>
          </p:cNvPr>
          <p:cNvSpPr txBox="1"/>
          <p:nvPr/>
        </p:nvSpPr>
        <p:spPr>
          <a:xfrm>
            <a:off x="5633356" y="2416628"/>
            <a:ext cx="6144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Technológiák:</a:t>
            </a:r>
          </a:p>
          <a:p>
            <a:r>
              <a:rPr lang="hu-HU" dirty="0"/>
              <a:t>		Az irodai környezetben alkalmazunk első és második </a:t>
            </a:r>
            <a:r>
              <a:rPr lang="hu-HU" dirty="0" err="1"/>
              <a:t>rétegbeli</a:t>
            </a:r>
            <a:r>
              <a:rPr lang="hu-HU" dirty="0"/>
              <a:t> redundanciát is (HSRP, OSPF, )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Eszközök:</a:t>
            </a:r>
          </a:p>
          <a:p>
            <a:r>
              <a:rPr lang="hu-HU" dirty="0"/>
              <a:t>		</a:t>
            </a:r>
            <a:r>
              <a:rPr lang="hu-HU" dirty="0" err="1"/>
              <a:t>Multilayer</a:t>
            </a:r>
            <a:r>
              <a:rPr lang="hu-HU" dirty="0"/>
              <a:t>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PCk</a:t>
            </a:r>
            <a:r>
              <a:rPr lang="hu-HU" dirty="0"/>
              <a:t>-k és </a:t>
            </a:r>
            <a:r>
              <a:rPr lang="hu-HU" dirty="0" err="1"/>
              <a:t>IoT</a:t>
            </a:r>
            <a:r>
              <a:rPr lang="hu-HU" dirty="0"/>
              <a:t> eszközök</a:t>
            </a:r>
          </a:p>
          <a:p>
            <a:r>
              <a:rPr lang="hu-HU" dirty="0"/>
              <a:t>		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6D02C56-0F52-473E-978C-EAF16532DE63}"/>
              </a:ext>
            </a:extLst>
          </p:cNvPr>
          <p:cNvSpPr txBox="1"/>
          <p:nvPr/>
        </p:nvSpPr>
        <p:spPr>
          <a:xfrm>
            <a:off x="1642118" y="2231962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Iroda</a:t>
            </a:r>
          </a:p>
        </p:txBody>
      </p:sp>
    </p:spTree>
    <p:extLst>
      <p:ext uri="{BB962C8B-B14F-4D97-AF65-F5344CB8AC3E}">
        <p14:creationId xmlns:p14="http://schemas.microsoft.com/office/powerpoint/2010/main" val="71973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4C1D41EB-4AFB-481B-9849-4A445D0E10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6362" y="3429000"/>
            <a:ext cx="4124325" cy="215265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E4308BD-ADE3-447F-BD90-4E8DC95B9F3E}"/>
              </a:ext>
            </a:extLst>
          </p:cNvPr>
          <p:cNvSpPr txBox="1"/>
          <p:nvPr/>
        </p:nvSpPr>
        <p:spPr>
          <a:xfrm>
            <a:off x="1407992" y="2784143"/>
            <a:ext cx="268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recepció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DDB4710-743B-4051-AAF3-547BBD1E4B73}"/>
              </a:ext>
            </a:extLst>
          </p:cNvPr>
          <p:cNvSpPr txBox="1"/>
          <p:nvPr/>
        </p:nvSpPr>
        <p:spPr>
          <a:xfrm>
            <a:off x="5923128" y="2320119"/>
            <a:ext cx="4490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</a:t>
            </a:r>
            <a:r>
              <a:rPr lang="hu-HU" dirty="0" err="1"/>
              <a:t>kölünálló</a:t>
            </a:r>
            <a:r>
              <a:rPr lang="hu-HU" dirty="0"/>
              <a:t>, egyszerű hálózat a foglalások intézése érdekében</a:t>
            </a:r>
          </a:p>
        </p:txBody>
      </p:sp>
    </p:spTree>
    <p:extLst>
      <p:ext uri="{BB962C8B-B14F-4D97-AF65-F5344CB8AC3E}">
        <p14:creationId xmlns:p14="http://schemas.microsoft.com/office/powerpoint/2010/main" val="31760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8A2CF92-A950-41D3-A3C1-D1DE0B9AD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0751" y="3101454"/>
            <a:ext cx="4835900" cy="246750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1E557DB-A37B-4319-A190-3A369A57E150}"/>
              </a:ext>
            </a:extLst>
          </p:cNvPr>
          <p:cNvSpPr txBox="1"/>
          <p:nvPr/>
        </p:nvSpPr>
        <p:spPr>
          <a:xfrm>
            <a:off x="1897037" y="2259125"/>
            <a:ext cx="266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Szerverfarm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9310E77-0967-4A32-B9D7-73C9B662AD05}"/>
              </a:ext>
            </a:extLst>
          </p:cNvPr>
          <p:cNvSpPr txBox="1"/>
          <p:nvPr/>
        </p:nvSpPr>
        <p:spPr>
          <a:xfrm>
            <a:off x="6769290" y="2813123"/>
            <a:ext cx="4121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Védett, elkülönített belső hálózat, melyet mágneses RFID kártya is véd.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Saját tűzfallal védett DMZ, WIFI kapcsolat itt nincs engedélyezve biztonsági okok miatt</a:t>
            </a:r>
          </a:p>
        </p:txBody>
      </p:sp>
    </p:spTree>
    <p:extLst>
      <p:ext uri="{BB962C8B-B14F-4D97-AF65-F5344CB8AC3E}">
        <p14:creationId xmlns:p14="http://schemas.microsoft.com/office/powerpoint/2010/main" val="76859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F2E30EF-27DA-4DEB-A250-460A9FC4D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546" y="2414587"/>
            <a:ext cx="4591050" cy="20288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9EBDDE2-5772-42F3-8A8B-2E38A9307F68}"/>
              </a:ext>
            </a:extLst>
          </p:cNvPr>
          <p:cNvSpPr txBox="1"/>
          <p:nvPr/>
        </p:nvSpPr>
        <p:spPr>
          <a:xfrm>
            <a:off x="1787856" y="1856096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Vendég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F4CDC94-4381-47F2-9C02-6D1AC4FC5FA3}"/>
              </a:ext>
            </a:extLst>
          </p:cNvPr>
          <p:cNvSpPr txBox="1"/>
          <p:nvPr/>
        </p:nvSpPr>
        <p:spPr>
          <a:xfrm>
            <a:off x="5841243" y="2860511"/>
            <a:ext cx="41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bútorozott, kanapékkal felszerelt, közösségi rész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Itt </a:t>
            </a:r>
            <a:r>
              <a:rPr lang="hu-HU" dirty="0" err="1"/>
              <a:t>tekinthetőek</a:t>
            </a:r>
            <a:r>
              <a:rPr lang="hu-HU" dirty="0"/>
              <a:t> meg a képek</a:t>
            </a:r>
          </a:p>
        </p:txBody>
      </p:sp>
    </p:spTree>
    <p:extLst>
      <p:ext uri="{BB962C8B-B14F-4D97-AF65-F5344CB8AC3E}">
        <p14:creationId xmlns:p14="http://schemas.microsoft.com/office/powerpoint/2010/main" val="23856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7D9C040-4FB8-45D3-A65F-F7162CC830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3948" y="2114195"/>
            <a:ext cx="4076700" cy="284797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BBCC215-8F86-42A1-B9D4-0A03DC40823E}"/>
              </a:ext>
            </a:extLst>
          </p:cNvPr>
          <p:cNvSpPr txBox="1"/>
          <p:nvPr/>
        </p:nvSpPr>
        <p:spPr>
          <a:xfrm>
            <a:off x="1917652" y="1323833"/>
            <a:ext cx="3330054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OSPF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6D042C-3B98-44EF-ACF0-7690C7C0A86C}"/>
              </a:ext>
            </a:extLst>
          </p:cNvPr>
          <p:cNvSpPr txBox="1"/>
          <p:nvPr/>
        </p:nvSpPr>
        <p:spPr>
          <a:xfrm>
            <a:off x="5704764" y="1692322"/>
            <a:ext cx="44491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hu-HU" b="1" dirty="0"/>
              <a:t>VPN </a:t>
            </a:r>
            <a:r>
              <a:rPr lang="hu-HU" b="1" dirty="0" err="1"/>
              <a:t>Tunnel</a:t>
            </a:r>
            <a:endParaRPr lang="hu-HU" b="1" dirty="0"/>
          </a:p>
          <a:p>
            <a:pPr lvl="0"/>
            <a:r>
              <a:rPr lang="hu-HU" dirty="0"/>
              <a:t>A sárgával jelölt kapcsolat </a:t>
            </a:r>
            <a:r>
              <a:rPr lang="hu-HU" b="1" dirty="0"/>
              <a:t>titkosított VPN alagút</a:t>
            </a:r>
            <a:endParaRPr lang="hu-HU" dirty="0"/>
          </a:p>
          <a:p>
            <a:pPr lvl="0"/>
            <a:r>
              <a:rPr lang="hu-HU" dirty="0"/>
              <a:t>Az alagút biztosítja:</a:t>
            </a:r>
          </a:p>
          <a:p>
            <a:pPr lvl="1"/>
            <a:r>
              <a:rPr lang="hu-HU" dirty="0"/>
              <a:t>biztonságos kommunikációt a telephelyek között</a:t>
            </a:r>
          </a:p>
          <a:p>
            <a:pPr lvl="1"/>
            <a:r>
              <a:rPr lang="hu-HU" dirty="0"/>
              <a:t>egységes </a:t>
            </a:r>
            <a:r>
              <a:rPr lang="hu-HU" dirty="0" err="1"/>
              <a:t>routingot</a:t>
            </a:r>
            <a:r>
              <a:rPr lang="hu-HU" dirty="0"/>
              <a:t> az OSPF számára</a:t>
            </a:r>
          </a:p>
          <a:p>
            <a:pPr lvl="1"/>
            <a:endParaRPr lang="hu-HU" dirty="0"/>
          </a:p>
          <a:p>
            <a:pPr lvl="0"/>
            <a:r>
              <a:rPr lang="hu-HU" dirty="0"/>
              <a:t>A VPN az </a:t>
            </a:r>
            <a:r>
              <a:rPr lang="hu-HU" b="1" dirty="0"/>
              <a:t>OSPF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 része</a:t>
            </a:r>
          </a:p>
          <a:p>
            <a:pPr lvl="0"/>
            <a:r>
              <a:rPr lang="hu-HU" b="1" dirty="0" err="1"/>
              <a:t>Routing</a:t>
            </a:r>
            <a:endParaRPr lang="hu-HU" b="1" dirty="0"/>
          </a:p>
          <a:p>
            <a:pPr lvl="0"/>
            <a:r>
              <a:rPr lang="hu-HU" b="1" dirty="0"/>
              <a:t>OSPFv2 (IPv4)</a:t>
            </a:r>
            <a:r>
              <a:rPr lang="hu-HU" dirty="0"/>
              <a:t> és </a:t>
            </a:r>
            <a:r>
              <a:rPr lang="hu-HU" b="1" dirty="0"/>
              <a:t>OSPFv3 (IPv6)</a:t>
            </a:r>
            <a:endParaRPr lang="hu-HU" dirty="0"/>
          </a:p>
          <a:p>
            <a:pPr lvl="0"/>
            <a:r>
              <a:rPr lang="hu-HU" dirty="0"/>
              <a:t>Minden router az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-hoz csatlakozik</a:t>
            </a:r>
          </a:p>
          <a:p>
            <a:pPr lvl="0"/>
            <a:r>
              <a:rPr lang="hu-HU" dirty="0"/>
              <a:t>Dinamikus útvonalcsere a VPN-en keresztül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85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0CDEB7F-B80D-402A-91B6-0BCC21E54E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149" y="2510331"/>
            <a:ext cx="3174365" cy="26562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EC0075BE-BB89-4DFC-9513-CB06ACBD23B3}"/>
              </a:ext>
            </a:extLst>
          </p:cNvPr>
          <p:cNvSpPr txBox="1"/>
          <p:nvPr/>
        </p:nvSpPr>
        <p:spPr>
          <a:xfrm>
            <a:off x="1173707" y="2019869"/>
            <a:ext cx="215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Budaörs Iroda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7BE95BD-71D6-49B3-970D-E3AC883BBD1D}"/>
              </a:ext>
            </a:extLst>
          </p:cNvPr>
          <p:cNvSpPr txBox="1"/>
          <p:nvPr/>
        </p:nvSpPr>
        <p:spPr>
          <a:xfrm>
            <a:off x="5295331" y="2457440"/>
            <a:ext cx="4503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kialakítás támogatja:</a:t>
            </a:r>
          </a:p>
          <a:p>
            <a:pPr lvl="0"/>
            <a:r>
              <a:rPr lang="hu-HU" dirty="0"/>
              <a:t>	a </a:t>
            </a:r>
            <a:r>
              <a:rPr lang="hu-HU" dirty="0" err="1"/>
              <a:t>skálázhatóságot</a:t>
            </a:r>
            <a:endParaRPr lang="hu-HU" dirty="0"/>
          </a:p>
          <a:p>
            <a:pPr lvl="0"/>
            <a:r>
              <a:rPr lang="hu-HU" dirty="0"/>
              <a:t>	a redundanciát</a:t>
            </a:r>
          </a:p>
          <a:p>
            <a:pPr lvl="0"/>
            <a:r>
              <a:rPr lang="hu-HU" dirty="0"/>
              <a:t>	a STP és </a:t>
            </a:r>
            <a:r>
              <a:rPr lang="hu-HU" dirty="0" err="1"/>
              <a:t>EtherChannel</a:t>
            </a:r>
            <a:r>
              <a:rPr lang="hu-HU" dirty="0"/>
              <a:t> működését</a:t>
            </a:r>
          </a:p>
          <a:p>
            <a:pPr lvl="0"/>
            <a:endParaRPr lang="hu-HU" dirty="0"/>
          </a:p>
          <a:p>
            <a:pPr lvl="0"/>
            <a:endParaRPr lang="hu-HU" dirty="0"/>
          </a:p>
          <a:p>
            <a:pPr lvl="0"/>
            <a:r>
              <a:rPr lang="hu-HU" b="1" dirty="0"/>
              <a:t>VLAN 10</a:t>
            </a:r>
            <a:r>
              <a:rPr lang="hu-HU" dirty="0"/>
              <a:t> – adminisztráció (</a:t>
            </a:r>
            <a:r>
              <a:rPr lang="hu-HU" dirty="0" err="1"/>
              <a:t>admin</a:t>
            </a:r>
            <a:r>
              <a:rPr lang="hu-HU" dirty="0"/>
              <a:t> PC-k)</a:t>
            </a:r>
          </a:p>
          <a:p>
            <a:pPr lvl="0"/>
            <a:r>
              <a:rPr lang="hu-HU" b="1" dirty="0"/>
              <a:t>VLAN 50</a:t>
            </a:r>
            <a:r>
              <a:rPr lang="hu-HU" dirty="0"/>
              <a:t> – A blokk</a:t>
            </a:r>
          </a:p>
          <a:p>
            <a:pPr lvl="0"/>
            <a:r>
              <a:rPr lang="hu-HU" b="1" dirty="0"/>
              <a:t>VLAN 60</a:t>
            </a:r>
            <a:r>
              <a:rPr lang="hu-HU" dirty="0"/>
              <a:t> – B blokk</a:t>
            </a:r>
          </a:p>
          <a:p>
            <a:pPr lvl="0"/>
            <a:r>
              <a:rPr lang="hu-HU" b="1" dirty="0"/>
              <a:t>VLAN 70</a:t>
            </a:r>
            <a:r>
              <a:rPr lang="hu-HU" dirty="0"/>
              <a:t> – C blokk</a:t>
            </a:r>
          </a:p>
          <a:p>
            <a:pPr lvl="0"/>
            <a:r>
              <a:rPr lang="hu-HU" b="1" dirty="0"/>
              <a:t>VLAN 80</a:t>
            </a:r>
            <a:r>
              <a:rPr lang="hu-HU" dirty="0"/>
              <a:t> – D blokk</a:t>
            </a:r>
          </a:p>
          <a:p>
            <a:pPr lvl="0"/>
            <a:r>
              <a:rPr lang="hu-HU" b="1" dirty="0"/>
              <a:t>VLAN 99</a:t>
            </a:r>
            <a:r>
              <a:rPr lang="hu-HU" dirty="0"/>
              <a:t> – </a:t>
            </a:r>
            <a:r>
              <a:rPr lang="hu-HU" dirty="0" err="1"/>
              <a:t>Native</a:t>
            </a:r>
            <a:r>
              <a:rPr lang="hu-HU" dirty="0"/>
              <a:t> VLAN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0095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9C4C01-981F-424B-BB61-61DCF2F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</a:t>
            </a:r>
            <a:r>
              <a:rPr lang="hu-HU" dirty="0" err="1"/>
              <a:t>Conclusion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821E7C-A09F-4723-8D30-924634F5F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designed network provides enterprise-grade reliability, scalability, and security. The architecture ensures long-term expandability and supports the operational needs of a professional multimedia production environment.</a:t>
            </a:r>
            <a:endParaRPr lang="hu-HU" sz="2200" dirty="0"/>
          </a:p>
        </p:txBody>
      </p:sp>
    </p:spTree>
    <p:extLst>
      <p:ext uri="{BB962C8B-B14F-4D97-AF65-F5344CB8AC3E}">
        <p14:creationId xmlns:p14="http://schemas.microsoft.com/office/powerpoint/2010/main" val="279378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262</Words>
  <Application>Microsoft Office PowerPoint</Application>
  <PresentationFormat>Szélesvásznú</PresentationFormat>
  <Paragraphs>47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Notify Photography</vt:lpstr>
      <vt:lpstr>1. A PROJEKT CÉLJA</vt:lpstr>
      <vt:lpstr>2. Felépítés</vt:lpstr>
      <vt:lpstr>PowerPoint-bemutató</vt:lpstr>
      <vt:lpstr>PowerPoint-bemutató</vt:lpstr>
      <vt:lpstr>PowerPoint-bemutató</vt:lpstr>
      <vt:lpstr>PowerPoint-bemutató</vt:lpstr>
      <vt:lpstr>PowerPoint-bemutató</vt:lpstr>
      <vt:lpstr>8.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Pintér Botond Sándor</cp:lastModifiedBy>
  <cp:revision>7</cp:revision>
  <dcterms:created xsi:type="dcterms:W3CDTF">2026-02-16T10:25:25Z</dcterms:created>
  <dcterms:modified xsi:type="dcterms:W3CDTF">2026-03-12T09:45:52Z</dcterms:modified>
</cp:coreProperties>
</file>