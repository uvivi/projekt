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</a:fld>
            <a:endParaRPr lang="hu-HU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 hasCustomPrompt="1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 hasCustomPrompt="1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 hasCustomPrompt="1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 hasCustomPrompt="1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 hasCustomPrompt="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 hasCustomPrompt="1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 hasCustomPrompt="1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 hasCustomPrompt="1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D47C-1616-4A9D-BE43-14AF93C67A4E}" type="datetimeFigureOut">
              <a:rPr lang="hu-HU" smtClean="0"/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2C808-D2ED-4A72-A140-EEF9B0D69A2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3D47C-1616-4A9D-BE43-14AF93C67A4E}" type="datetimeFigureOut">
              <a:rPr lang="hu-HU" smtClean="0"/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2C808-D2ED-4A72-A140-EEF9B0D69A2C}" type="slidenum">
              <a:rPr lang="hu-HU" smtClean="0"/>
            </a:fld>
            <a:endParaRPr lang="hu-H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359410" y="1122680"/>
            <a:ext cx="11473180" cy="2387600"/>
          </a:xfrm>
        </p:spPr>
        <p:txBody>
          <a:bodyPr/>
          <a:lstStyle/>
          <a:p>
            <a:r>
              <a:rPr lang="en-US" altLang="en-US" sz="2800" dirty="0"/>
              <a:t>Notify Photography – Vállalati IT Infrastruktúra Tervezés és megvalósítás</a:t>
            </a:r>
            <a:endParaRPr lang="en-US" altLang="en-US" sz="2800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/>
              <a:t>Ujszászi</a:t>
            </a:r>
            <a:r>
              <a:rPr lang="hu-HU" dirty="0"/>
              <a:t> Vivien, Pintér Botond</a:t>
            </a:r>
            <a:endParaRPr lang="hu-H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1. Projekt leírás</a:t>
            </a:r>
            <a:endParaRPr lang="hu-HU" dirty="0"/>
          </a:p>
        </p:txBody>
      </p:sp>
      <p:sp>
        <p:nvSpPr>
          <p:cNvPr id="4" name="Text Box 3"/>
          <p:cNvSpPr txBox="1"/>
          <p:nvPr/>
        </p:nvSpPr>
        <p:spPr>
          <a:xfrm>
            <a:off x="1083310" y="2039620"/>
            <a:ext cx="856805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Projekt célja: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Két telephelyes vállalati infrastruktúra megtervezése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Biztonságos, skálázható és magas rendelkezésre állású hálózat kialakítása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Központi hitelesítés és er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forrás‑menedzsment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Multimédiás gyártási folyamatok támogatása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Windows Server alapú domain infrastruktúra integrálása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2. Hálózati architektúra áttekintése</a:t>
            </a:r>
            <a:endParaRPr lang="hu-HU" dirty="0"/>
          </a:p>
        </p:txBody>
      </p:sp>
      <p:sp>
        <p:nvSpPr>
          <p:cNvPr id="4" name="Text Box 3"/>
          <p:cNvSpPr txBox="1"/>
          <p:nvPr/>
        </p:nvSpPr>
        <p:spPr>
          <a:xfrm>
            <a:off x="972185" y="2042795"/>
            <a:ext cx="1015111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Telephelyek: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altLang="en-US">
                <a:latin typeface="Times New Roman" panose="02020603050405020304" charset="0"/>
                <a:cs typeface="Times New Roman" panose="02020603050405020304" charset="0"/>
              </a:rPr>
              <a:t>Budapest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: core infrastruktúra, szerverfarm, routing</a:t>
            </a:r>
            <a:r>
              <a:rPr lang="hu-HU" altLang="en-US">
                <a:latin typeface="Times New Roman" panose="02020603050405020304" charset="0"/>
                <a:cs typeface="Times New Roman" panose="02020603050405020304" charset="0"/>
              </a:rPr>
              <a:t>, stúdió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altLang="en-US">
                <a:latin typeface="Times New Roman" panose="02020603050405020304" charset="0"/>
                <a:cs typeface="Times New Roman" panose="02020603050405020304" charset="0"/>
              </a:rPr>
              <a:t>Budaörs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: adminisztratív és produkciós </a:t>
            </a:r>
            <a:r>
              <a:rPr lang="hu-HU" altLang="en-US">
                <a:latin typeface="Times New Roman" panose="02020603050405020304" charset="0"/>
                <a:cs typeface="Times New Roman" panose="02020603050405020304" charset="0"/>
              </a:rPr>
              <a:t>iroda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Kapcsolat: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Site‑to‑site VPN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Küls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kapcsolat: BGP routing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3. </a:t>
            </a:r>
            <a:r>
              <a:rPr lang="hu-HU" dirty="0" err="1"/>
              <a:t>Core</a:t>
            </a:r>
            <a:r>
              <a:rPr lang="hu-HU" dirty="0"/>
              <a:t> infrastruktúra Windows</a:t>
            </a:r>
            <a:endParaRPr lang="hu-HU" dirty="0"/>
          </a:p>
        </p:txBody>
      </p:sp>
      <p:sp>
        <p:nvSpPr>
          <p:cNvPr id="5" name="Text Box 4"/>
          <p:cNvSpPr txBox="1"/>
          <p:nvPr/>
        </p:nvSpPr>
        <p:spPr>
          <a:xfrm>
            <a:off x="1318895" y="2042795"/>
            <a:ext cx="955421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Operációs rendszer: Windows Server 2022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Telepített szerepkörök: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Active Directory Domain Services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DNS Server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DHCP Server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IIS Webszerver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Tartomány: recepcio.local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1188720" y="1047115"/>
            <a:ext cx="9552940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IPv4 Scope: 192.168.21.0/24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Kiosztott opciók: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003 – Router: 192.168.21.1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006 – DNS Server: 192.168.21.2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015 – DNS Domain Name: recepcio.local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Funkciók: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Address Pool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Leases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Reservations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Scope Options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Linux infrastruktúra</a:t>
            </a:r>
            <a:endParaRPr lang="hu-HU" dirty="0"/>
          </a:p>
        </p:txBody>
      </p:sp>
      <p:sp>
        <p:nvSpPr>
          <p:cNvPr id="5" name="Text Box 4"/>
          <p:cNvSpPr txBox="1"/>
          <p:nvPr/>
        </p:nvSpPr>
        <p:spPr>
          <a:xfrm>
            <a:off x="1361440" y="2187575"/>
            <a:ext cx="1016508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Hálózati konfiguráció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Paraméter	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rték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IP cím	192.168.1.20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Hálózati maszk	255.255.255.0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Hálózat	192.168.1.0/24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tjáró	10.0.2.0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IP típusa	Statikus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 statikus IP alkalmazása biztosítja, hogy: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 DNS rekordok fix címre mutassanak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 port forwarding stabil maradjon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 szolgáltatások elérhet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sége ne változzön újraindítás után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6. Külső kapcsolat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charset="0"/>
                <a:cs typeface="Times New Roman" panose="02020603050405020304" charset="0"/>
              </a:rPr>
              <a:t>A külső kommunikáció BGP </a:t>
            </a:r>
            <a:r>
              <a:rPr lang="hu-HU" dirty="0" err="1">
                <a:latin typeface="Times New Roman" panose="02020603050405020304" charset="0"/>
                <a:cs typeface="Times New Roman" panose="02020603050405020304" charset="0"/>
              </a:rPr>
              <a:t>routing</a:t>
            </a:r>
            <a:r>
              <a:rPr lang="hu-HU" dirty="0">
                <a:latin typeface="Times New Roman" panose="02020603050405020304" charset="0"/>
                <a:cs typeface="Times New Roman" panose="02020603050405020304" charset="0"/>
              </a:rPr>
              <a:t> segítségével történik.</a:t>
            </a:r>
            <a:endParaRPr lang="hu-HU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hu-HU" dirty="0">
                <a:latin typeface="Times New Roman" panose="02020603050405020304" charset="0"/>
                <a:cs typeface="Times New Roman" panose="02020603050405020304" charset="0"/>
              </a:rPr>
              <a:t>A publikus szolgáltatások egy logikailag elkülönített szegmensben helyezkednek el, amely DMZ-</a:t>
            </a:r>
            <a:r>
              <a:rPr lang="hu-HU" dirty="0" err="1">
                <a:latin typeface="Times New Roman" panose="02020603050405020304" charset="0"/>
                <a:cs typeface="Times New Roman" panose="02020603050405020304" charset="0"/>
              </a:rPr>
              <a:t>hez</a:t>
            </a:r>
            <a:r>
              <a:rPr lang="hu-HU" dirty="0">
                <a:latin typeface="Times New Roman" panose="02020603050405020304" charset="0"/>
                <a:cs typeface="Times New Roman" panose="02020603050405020304" charset="0"/>
              </a:rPr>
              <a:t> hasonló kialakítású.</a:t>
            </a:r>
            <a:endParaRPr lang="hu-HU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hu-HU" dirty="0">
                <a:latin typeface="Times New Roman" panose="02020603050405020304" charset="0"/>
                <a:cs typeface="Times New Roman" panose="02020603050405020304" charset="0"/>
              </a:rPr>
              <a:t>Ez csökkenti a belső infrastruktúra kockázati kitettségét.</a:t>
            </a:r>
            <a:endParaRPr lang="hu-HU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7. Biztonsági megvalósítás</a:t>
            </a:r>
            <a:endParaRPr lang="hu-HU" dirty="0"/>
          </a:p>
        </p:txBody>
      </p:sp>
      <p:sp>
        <p:nvSpPr>
          <p:cNvPr id="5" name="Text Box 4"/>
          <p:cNvSpPr txBox="1"/>
          <p:nvPr/>
        </p:nvSpPr>
        <p:spPr>
          <a:xfrm>
            <a:off x="2015490" y="2397760"/>
            <a:ext cx="6983095" cy="3181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Hálózati réteg: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VLAN szeparáció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ACL alapú sz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ű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rés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VPN titkosítás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DMZ elkülönítés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748780" y="2397760"/>
            <a:ext cx="406400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Szerveroldal: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AD hitelesítés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Csoportalapú jogosultságkezelés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Biztonságos DNS frissítés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Kliensoldal: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DHCP‑ből kapott központi konfiguráció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Domain policy-k alkalmazása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1" dirty="0"/>
              <a:t>8. Összegzés</a:t>
            </a:r>
            <a:br>
              <a:rPr lang="hu-HU" b="1" dirty="0"/>
            </a:br>
            <a:endParaRPr lang="hu-HU" dirty="0"/>
          </a:p>
        </p:txBody>
      </p:sp>
      <p:sp>
        <p:nvSpPr>
          <p:cNvPr id="5" name="Text Box 4"/>
          <p:cNvSpPr txBox="1"/>
          <p:nvPr/>
        </p:nvSpPr>
        <p:spPr>
          <a:xfrm>
            <a:off x="1726565" y="2014220"/>
            <a:ext cx="873950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 kialakított infrastruktúra: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vállalati szint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ű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megbízhatóságot biztosít,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skálázható és hosszú távon b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víthet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,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támogatja a multimédiás gyártási folyamatokat,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központi menedzsmentet és hitelesítést nyújt,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biztonságos, szeparált és jól strukturált hálózati környezetet hoz létre.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Damaszt</Template>
  <TotalTime>0</TotalTime>
  <Words>2099</Words>
  <Application>WPS Presentation</Application>
  <PresentationFormat>Szélesvásznú</PresentationFormat>
  <Paragraphs>135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Bookman Old Style</vt:lpstr>
      <vt:lpstr>Segoe Print</vt:lpstr>
      <vt:lpstr>Rockwell</vt:lpstr>
      <vt:lpstr>Microsoft YaHei</vt:lpstr>
      <vt:lpstr>Arial Unicode MS</vt:lpstr>
      <vt:lpstr>Calibri</vt:lpstr>
      <vt:lpstr>Times New Roman</vt:lpstr>
      <vt:lpstr>Damask</vt:lpstr>
      <vt:lpstr>Notify Photography</vt:lpstr>
      <vt:lpstr>1. Projekt leírás</vt:lpstr>
      <vt:lpstr>2. Hálózati architektúra áttekintése</vt:lpstr>
      <vt:lpstr>3. Core infrastruktúra tervezés</vt:lpstr>
      <vt:lpstr>4. Hálózati szegmentációs stratégia</vt:lpstr>
      <vt:lpstr>5. Másodlagos telephely infrastruktúra</vt:lpstr>
      <vt:lpstr>6. Külső kapcsolat</vt:lpstr>
      <vt:lpstr>7. Biztonsági megvalósítás</vt:lpstr>
      <vt:lpstr>8. Összegzés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Notify Photography</dc:title>
  <dc:creator>Pintér Botond Sándor</dc:creator>
  <cp:lastModifiedBy>User</cp:lastModifiedBy>
  <cp:revision>2</cp:revision>
  <dcterms:created xsi:type="dcterms:W3CDTF">2026-02-16T10:33:00Z</dcterms:created>
  <dcterms:modified xsi:type="dcterms:W3CDTF">2026-02-25T12:50:52Z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979B65FE51C34646BC9111B44EE585C1_12</vt:lpwstr>
  </property>
  <property fmtid="{D5CDD505-2E9C-101B-9397-08002B2CF9AE}" pid="3" name="KSOProductBuildVer">
    <vt:lpwstr>1033-12.2.0.23196</vt:lpwstr>
  </property>
</Properties>
</file>